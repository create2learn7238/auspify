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Today I'm excited to present my end-to-end Machine Learning Suite for the Auspify Internship, built upon Netflix's global catalog of 8,800 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Streaming platforms invest billions in content. We tackle automated classification, organic catalog segmentation, release forecasting, and full-stack executive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isolates concerns: backends manage ML training and inference, while React frontends provide smooth, responsive client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Task 3, Random Forest with class rebalancing yielded an 8.2% boost over baseline decision trees, with over 78% recall on dominant adult maturity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4 discovered 5 organic clusters: from Bollywood/International family dramas to Western episodic series and short comedy specials, visualizable on an interactive PCA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5 accurately captured strong seasonal pulses in July and December, allowing infrastructure and licensing teams to plan capacity well in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6 brings everything together into a studio executive cockpit, giving leadership both high-level KPIs and concept testing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all four technical tasks, our tuned and ensemble implementations delivered substantial, measurable improvements over standard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strategic findings confirm that serialized episodic content drives retention, while international regionalization drives net-new subscriber acquisition.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solved real production issues: class imbalance, sparse high-dimensional data, and large model artifact management within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 includes NLP embeddings for descriptions and full containerization for 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 for your time and guidance throughout this internship. I am now open to any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</a:defRPr>
            </a:pPr>
            <a:r>
              <a:t>Netflix Analytics &amp; Machine Learning Suite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Supervised Classification, Unsupervised Segmentation, Time-Series Forecasting &amp; Executive Analytics</a:t>
            </a:r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t>Auspify Machine Learning Internship | September 16 - October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INDUSTRY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Streaming Platform Scale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Global streaming catalogs contain thousands of titles requiring automated metadata intelligence and tagging.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Regulatory Compliance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Maturity classification must be accurate and consistent to enforce parental locks and satisfy regional broadcast laws.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Strategic Acquisition Planning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Licensing teams require accurate forward projections of acquisition velocity and audience cluster demands.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Full-Stack Solution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Engineered 4 decoupled ML microservices paired with modern interactive client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Microservice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Decoupled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4 standalone Flask backends (Ports 5003-5006) paired with 4 React Vite frontends (Ports 5173-5176).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High-Throughput In-Memory Pipeline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Catalog pre-indexed in memory enabling sub-15ms query and prediction latency.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Stateless REST APIs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Strict JSON schema communication facilitating horizontal scalability and cloud containerization.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Interactive Client Dashboards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Dynamic scatter plots, time-series confidence ribbons, and real-time prediction 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Task 3: Audience Rating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Classification Goal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Predict maturity ratings (TV-MA, TV-14, PG-13, R) using metadata (genres, runtime, country, format).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Severe Class Imbalance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TV-MA and TV-14 represent over 61% of all titles across 14 discrete rating classes.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Hyperparameter Tuning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Random Forest tuned to 200 trees with balanced class weighting to prevent minority class collapse.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Quantifiable Gain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Random Forest achieved 54.4% Accuracy and 0.53 Weighted F1, outperforming Decision Tree (46.2%).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UNSUPERVISED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Task 4: Content Segmentation &amp;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Unsupervised Discovery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Identified hidden catalog groupings without human labels using K-Means clustering.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Feature Standardization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Z-score normalization on duration and release year combined with multi-hot genre vectors.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Optimal Cluster Cohesion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Silhouette Analysis peaked at k = 5 with an average Silhouette Score of 0.42.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PCA 2D Dimensionality Reduction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Projected high-dimensional feature vectors into 2D orthogonal coordinates for visual scatter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TIME-SERIES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Task 5: Trend Forecasting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Temporal Modeling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Modeled historical monthly additions from 2008 to late 2021 across three platform expansion phases.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Model Comparison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Benchmarked Linear Trend, ARIMA (2,1,2), and Holt-Winters Exponential Seasonal Smoothing.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Superior Accuracy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Holt-Winters achieved 8.7% MAPE and 11.4 MAE, outperforming linear regression (18.2% MAPE).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Forward Projections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Allows executives to simulate 3, 6, 9, and 12-month future content additions with 95% confidence bands.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EXECUTIVE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Task 6: Content Analytics &amp; Success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Unified Intelligence Hub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Consolidates catalog analytics, genre saturation, and director tracking into an executive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Catalog Composition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Identified that Movies represent 69.6% and TV Shows 30.4%, with rapid TV Show growth post-2017.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Global Production Analysis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Mapped productions across 120+ countries, highlighting rapid expansion in India and South Korea.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Predictive Success Lab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Scores candidate concepts on format, runtime, and genre to determine viability and audience alignment.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Performance Benchmarks &amp; Comparative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Task 3 Benchmark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Baseline Decision Tree: 46.2% Acc vs. Tuned Random Forest: 54.4% Acc (+8.2% Improvement).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Task 4 Benchmark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k=3 Silhouette: 0.31 vs. k=5 Silhouette: 0.42 (+35.5% Better Cluster Cohesion).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Task 5 Benchmark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Linear Baseline MAPE: 18.2% vs. Holt-Winters Seasonal MAPE: 8.7% (-52.2% Error Reduction).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Task 6 Pipeline Latency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In-memory indexed query response time under 15ms across all 8,800 catalog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Impact &amp; Strategic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The Retention Moat of TV Series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Multi-season TV series expanded by over 300% post-2016, proving essential for subscriber retention.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International Expansion Drivers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Non-English content from South Korea and India delivered the highest relative catalog growth.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Automated Content Moderation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Automating maturity classification saves hundreds of hours of manual compliance auditing.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Data-Driven Greenlighting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Testing title viability before production mitigates capital risk in content commissioning.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TECHNICAL PROBLEM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Engineering Challenges &amp; Resolutions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Extreme Class Imbalance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Mitigated severe long-tail minority rating categories using balanced loss weighting.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High Dimensionality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Handled sparse multi-genre matrices using PCA SVD to project cleanly into 2D client coordinates.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Git 100MB File Size Limits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Resolved GitHub push rejection of 116MB .pkl models by decoupling checkpoints and optimizing .gitignore.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Full-Stack Microservice Routing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Managed clean port allocation across 4 Flask backends and 4 React Vite frontends with zero CORS conflicts.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50914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Enhancements &amp; Technical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NLP Synopsis Embeddings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Incorporate Transformer models (e.g., BERT/MiniLM) to extract rich thematic semantics from descriptions.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Collaborative Filtering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Integrate user interaction data to build a hybrid content-based recommendation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Cloud Containerization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Dockerize all four microservices and deploy via Kubernetes for automated horizontal autoscaling.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4937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73152" cy="20116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79392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Automated CI/CD Pipelines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Implement GitHub Actions for automated linting, unit testing, and model validation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0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</a:defRPr>
            </a:pPr>
            <a:r>
              <a:t>Conclusion &amp; Q&amp;A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Thank you for your guidance and support during the Auspify ML Internship!</a:t>
            </a:r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t>Repository: https://github.com/create2learn7238/Auspify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